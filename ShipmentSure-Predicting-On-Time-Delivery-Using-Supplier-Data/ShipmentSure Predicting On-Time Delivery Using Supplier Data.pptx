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2" r:id="rId9"/>
    <p:sldId id="266" r:id="rId10"/>
    <p:sldId id="267" r:id="rId11"/>
    <p:sldId id="264" r:id="rId12"/>
    <p:sldId id="265" r:id="rId13"/>
    <p:sldId id="268" r:id="rId14"/>
    <p:sldId id="269" r:id="rId15"/>
    <p:sldId id="272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2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6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5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6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0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4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2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8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1624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07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999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6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39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7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05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742" y="609600"/>
            <a:ext cx="10144567" cy="3692056"/>
          </a:xfrm>
        </p:spPr>
        <p:txBody>
          <a:bodyPr>
            <a:normAutofit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4400" b="1" dirty="0" smtClean="0"/>
              <a:t>Shipment Sure AI :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Predicting On-Time Delivery Using Supplier Data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5" y="1400175"/>
            <a:ext cx="8690562" cy="464118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Introduction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Motivation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Project Objective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Dataset Overview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Exploratory Data Analysis (EDA)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Feature Engineering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Model Development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Predicate Logic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System Architecture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Deployment &amp; Results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Technical Feasibility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Conclusion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 smtClean="0"/>
              <a:t>Future Scope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695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E-commerce logistics is a key component of modern business operations.</a:t>
            </a:r>
          </a:p>
          <a:p>
            <a:pPr algn="just"/>
            <a:r>
              <a:rPr lang="en-US" sz="2000" dirty="0"/>
              <a:t>Timely delivery is essential for maintaining customer satisfaction and operational efficiency.</a:t>
            </a:r>
          </a:p>
          <a:p>
            <a:pPr algn="just"/>
            <a:r>
              <a:rPr lang="en-US" sz="2000" dirty="0"/>
              <a:t>Machine learning helps analyze historical data to predict delivery outcomes.</a:t>
            </a:r>
          </a:p>
          <a:p>
            <a:pPr algn="just"/>
            <a:r>
              <a:rPr lang="en-US" sz="2000" dirty="0"/>
              <a:t>This project develops an AI-based system for delivery </a:t>
            </a:r>
            <a:r>
              <a:rPr lang="en-US" sz="2000" dirty="0" smtClean="0"/>
              <a:t>prediction.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454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Motivation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9D373-8195-ADE8-8680-8BB829ECFA38}"/>
              </a:ext>
            </a:extLst>
          </p:cNvPr>
          <p:cNvSpPr/>
          <p:nvPr/>
        </p:nvSpPr>
        <p:spPr>
          <a:xfrm>
            <a:off x="806244" y="1670404"/>
            <a:ext cx="3588775" cy="175859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Delivery Delays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Unexpected delays reduce customer </a:t>
            </a:r>
            <a:r>
              <a:rPr lang="en-US" dirty="0" smtClean="0">
                <a:solidFill>
                  <a:schemeClr val="tx1"/>
                </a:solidFill>
              </a:rPr>
              <a:t>satisfaction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3E18B-4D84-06C4-CA1B-689A0F6F0979}"/>
              </a:ext>
            </a:extLst>
          </p:cNvPr>
          <p:cNvSpPr/>
          <p:nvPr/>
        </p:nvSpPr>
        <p:spPr>
          <a:xfrm>
            <a:off x="6094412" y="1670405"/>
            <a:ext cx="3698517" cy="175859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Operational Inefficiency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Poor logistics planning causes bottlenecks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1D5FA-BE96-FF2D-9C3F-07D36DA877FF}"/>
              </a:ext>
            </a:extLst>
          </p:cNvPr>
          <p:cNvSpPr/>
          <p:nvPr/>
        </p:nvSpPr>
        <p:spPr>
          <a:xfrm>
            <a:off x="825907" y="4267201"/>
            <a:ext cx="3588775" cy="166165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 Prediction System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Businesses react instead of predict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930356-9841-4894-21EE-1787F4CA6EDA}"/>
              </a:ext>
            </a:extLst>
          </p:cNvPr>
          <p:cNvSpPr/>
          <p:nvPr/>
        </p:nvSpPr>
        <p:spPr>
          <a:xfrm>
            <a:off x="6094412" y="4267201"/>
            <a:ext cx="3698517" cy="16616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Business Loss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Leads to SLA penalties and revenue loss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0A240B-2A05-87C3-410F-EBD787238F7F}"/>
              </a:ext>
            </a:extLst>
          </p:cNvPr>
          <p:cNvSpPr/>
          <p:nvPr/>
        </p:nvSpPr>
        <p:spPr>
          <a:xfrm>
            <a:off x="380328" y="2359742"/>
            <a:ext cx="2654186" cy="215156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Delivery </a:t>
            </a:r>
            <a:r>
              <a:rPr lang="en-US" b="1" dirty="0" smtClean="0"/>
              <a:t>Prediction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Predict whether shipment is On-Time or Delayed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630DA9-B70D-3E7B-D1C8-375EE3BF4197}"/>
              </a:ext>
            </a:extLst>
          </p:cNvPr>
          <p:cNvSpPr/>
          <p:nvPr/>
        </p:nvSpPr>
        <p:spPr>
          <a:xfrm>
            <a:off x="3383581" y="2359743"/>
            <a:ext cx="2581359" cy="215156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Risk </a:t>
            </a:r>
            <a:r>
              <a:rPr lang="en-US" b="1" dirty="0" smtClean="0"/>
              <a:t>Identification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Detect high-risk shipments early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CB24F1-C5D7-03E4-9C96-1A2F3F4EF8EC}"/>
              </a:ext>
            </a:extLst>
          </p:cNvPr>
          <p:cNvSpPr/>
          <p:nvPr/>
        </p:nvSpPr>
        <p:spPr>
          <a:xfrm>
            <a:off x="6322099" y="2359743"/>
            <a:ext cx="2581359" cy="215156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Decision </a:t>
            </a:r>
            <a:r>
              <a:rPr lang="en-US" b="1" dirty="0" smtClean="0"/>
              <a:t>Support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Enable proactive logistics decisions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0D828C-4F61-BCD4-E559-88B239B67B56}"/>
              </a:ext>
            </a:extLst>
          </p:cNvPr>
          <p:cNvSpPr/>
          <p:nvPr/>
        </p:nvSpPr>
        <p:spPr>
          <a:xfrm>
            <a:off x="9427220" y="2359743"/>
            <a:ext cx="2516623" cy="219901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Efficiency </a:t>
            </a:r>
            <a:r>
              <a:rPr lang="en-US" b="1" dirty="0" smtClean="0"/>
              <a:t>Improvement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Reduce delays and improve operations</a:t>
            </a:r>
            <a:r>
              <a:rPr lang="en-US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2" y="138113"/>
            <a:ext cx="4429124" cy="728662"/>
          </a:xfrm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438" y="771277"/>
            <a:ext cx="11159634" cy="589191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Dataset Source: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E-Commerce Shipping &amp; Supplier Data (</a:t>
            </a:r>
            <a:r>
              <a:rPr lang="en-US" dirty="0" err="1"/>
              <a:t>Kaggle</a:t>
            </a:r>
            <a:r>
              <a:rPr lang="en-US" dirty="0" smtClean="0"/>
              <a:t>)</a:t>
            </a: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Dataset </a:t>
            </a:r>
            <a:r>
              <a:rPr lang="en-US" b="1" dirty="0"/>
              <a:t>Size:</a:t>
            </a:r>
            <a:endParaRPr lang="en-US" dirty="0"/>
          </a:p>
          <a:p>
            <a:pPr algn="just"/>
            <a:r>
              <a:rPr lang="en-US" b="1" dirty="0"/>
              <a:t>Total Rows: </a:t>
            </a:r>
            <a:r>
              <a:rPr lang="en-IN" dirty="0" smtClean="0"/>
              <a:t>10,999</a:t>
            </a:r>
            <a:endParaRPr lang="en-US" dirty="0"/>
          </a:p>
          <a:p>
            <a:pPr algn="just"/>
            <a:r>
              <a:rPr lang="en-US" b="1" dirty="0"/>
              <a:t>Total Columns:</a:t>
            </a:r>
            <a:r>
              <a:rPr lang="en-US" dirty="0"/>
              <a:t>  </a:t>
            </a:r>
            <a:r>
              <a:rPr lang="en-US" dirty="0" smtClean="0"/>
              <a:t>12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Key Features Include:</a:t>
            </a:r>
            <a:endParaRPr lang="en-US" dirty="0"/>
          </a:p>
          <a:p>
            <a:pPr algn="just"/>
            <a:r>
              <a:rPr lang="en-US" dirty="0" smtClean="0"/>
              <a:t>Warehouse Block (A-F)</a:t>
            </a:r>
            <a:endParaRPr lang="en-US" dirty="0" smtClean="0"/>
          </a:p>
          <a:p>
            <a:pPr algn="just"/>
            <a:r>
              <a:rPr lang="en-US" dirty="0" smtClean="0"/>
              <a:t>Mode of Shipment (Flight, Ship, Road)</a:t>
            </a:r>
          </a:p>
          <a:p>
            <a:pPr algn="just"/>
            <a:r>
              <a:rPr lang="en-US" dirty="0" smtClean="0"/>
              <a:t>Product Importance (Low, Medium, High)</a:t>
            </a:r>
            <a:endParaRPr lang="en-US" dirty="0" smtClean="0"/>
          </a:p>
          <a:p>
            <a:pPr algn="just"/>
            <a:r>
              <a:rPr lang="en-US" dirty="0" smtClean="0"/>
              <a:t>Discount Offered(%)</a:t>
            </a:r>
          </a:p>
          <a:p>
            <a:pPr algn="just"/>
            <a:r>
              <a:rPr lang="en-US" dirty="0" smtClean="0"/>
              <a:t>Customer Care Calls</a:t>
            </a:r>
          </a:p>
          <a:p>
            <a:pPr algn="just"/>
            <a:r>
              <a:rPr lang="en-US" dirty="0" smtClean="0"/>
              <a:t>Customer Rating (1-5)</a:t>
            </a:r>
          </a:p>
          <a:p>
            <a:pPr algn="just"/>
            <a:r>
              <a:rPr lang="en-US" dirty="0" smtClean="0"/>
              <a:t>Cost of Product</a:t>
            </a:r>
          </a:p>
          <a:p>
            <a:pPr algn="just"/>
            <a:r>
              <a:rPr lang="en-US" dirty="0" smtClean="0"/>
              <a:t>Weight of Shipment (in grams)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886" y="2109789"/>
            <a:ext cx="4900240" cy="3471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158" y="2377440"/>
            <a:ext cx="6162227" cy="3663923"/>
          </a:xfrm>
        </p:spPr>
        <p:txBody>
          <a:bodyPr/>
          <a:lstStyle/>
          <a:p>
            <a:pPr algn="just"/>
            <a:r>
              <a:rPr lang="en-US" dirty="0" smtClean="0"/>
              <a:t>Analyzed discount vs delivery status distribution</a:t>
            </a:r>
          </a:p>
          <a:p>
            <a:pPr algn="just"/>
            <a:r>
              <a:rPr lang="en-US" dirty="0" smtClean="0"/>
              <a:t>Observed </a:t>
            </a:r>
            <a:r>
              <a:rPr lang="en-US" dirty="0"/>
              <a:t>low discounts in delayed </a:t>
            </a:r>
            <a:r>
              <a:rPr lang="en-US" dirty="0" smtClean="0"/>
              <a:t>shipments</a:t>
            </a:r>
          </a:p>
          <a:p>
            <a:pPr algn="just"/>
            <a:r>
              <a:rPr lang="en-US" dirty="0"/>
              <a:t>Identified high discounts in on-time </a:t>
            </a:r>
            <a:r>
              <a:rPr lang="en-US" dirty="0" smtClean="0"/>
              <a:t>deliveries</a:t>
            </a:r>
          </a:p>
          <a:p>
            <a:pPr algn="just"/>
            <a:r>
              <a:rPr lang="en-US" dirty="0"/>
              <a:t>Found clear threshold around 10% </a:t>
            </a:r>
            <a:r>
              <a:rPr lang="en-US" dirty="0" smtClean="0"/>
              <a:t>discount</a:t>
            </a:r>
          </a:p>
          <a:p>
            <a:pPr algn="just"/>
            <a:r>
              <a:rPr lang="en-US" dirty="0"/>
              <a:t>Detected discount as a key factor affecting delivery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385" y="2500496"/>
            <a:ext cx="4864403" cy="35989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Models Used: </a:t>
            </a:r>
            <a:r>
              <a:rPr lang="en-US" sz="2800" dirty="0"/>
              <a:t>Logistic </a:t>
            </a:r>
            <a:r>
              <a:rPr lang="en-US" sz="2800" dirty="0" smtClean="0"/>
              <a:t>Regression, Random Forest, </a:t>
            </a:r>
            <a:r>
              <a:rPr lang="en-US" sz="2800" dirty="0" err="1" smtClean="0"/>
              <a:t>XGBoost</a:t>
            </a:r>
            <a:endParaRPr sz="2800" dirty="0"/>
          </a:p>
          <a:p>
            <a:r>
              <a:rPr sz="2800" dirty="0"/>
              <a:t>Final Model Selected: </a:t>
            </a:r>
            <a:r>
              <a:rPr sz="2800" dirty="0" err="1"/>
              <a:t>XGBoost</a:t>
            </a:r>
            <a:endParaRPr sz="2800" dirty="0"/>
          </a:p>
          <a:p>
            <a:r>
              <a:rPr sz="2800" dirty="0"/>
              <a:t>Reason: Better accuracy </a:t>
            </a:r>
            <a:r>
              <a:rPr sz="2800" dirty="0" smtClean="0"/>
              <a:t>and</a:t>
            </a:r>
            <a:r>
              <a:rPr lang="en-US" sz="2800" dirty="0" smtClean="0"/>
              <a:t> Handles complex patterns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Discount &gt; 10% → </a:t>
            </a:r>
            <a:r>
              <a:rPr lang="en-US" sz="2400" dirty="0" smtClean="0"/>
              <a:t>On-Time</a:t>
            </a:r>
          </a:p>
          <a:p>
            <a:endParaRPr lang="en-US" sz="2400" dirty="0"/>
          </a:p>
          <a:p>
            <a:r>
              <a:rPr lang="en-US" sz="2400" dirty="0" smtClean="0"/>
              <a:t>Else </a:t>
            </a:r>
            <a:r>
              <a:rPr lang="en-US" sz="2400" dirty="0"/>
              <a:t>→</a:t>
            </a:r>
            <a:br>
              <a:rPr lang="en-US" sz="2400" dirty="0"/>
            </a:br>
            <a:r>
              <a:rPr lang="en-US" sz="2400" dirty="0"/>
              <a:t>Check Weight</a:t>
            </a:r>
            <a:br>
              <a:rPr lang="en-US" sz="2400" dirty="0"/>
            </a:br>
            <a:r>
              <a:rPr lang="en-US" sz="2400" dirty="0"/>
              <a:t>Check Customer Calls</a:t>
            </a:r>
            <a:br>
              <a:rPr lang="en-US" sz="2400" dirty="0"/>
            </a:br>
            <a:r>
              <a:rPr lang="en-US" sz="2400" dirty="0"/>
              <a:t>Check </a:t>
            </a:r>
            <a:r>
              <a:rPr lang="en-US" sz="2400" dirty="0" smtClean="0"/>
              <a:t>Rating</a:t>
            </a:r>
          </a:p>
          <a:p>
            <a:endParaRPr lang="en-US" sz="2400" dirty="0"/>
          </a:p>
          <a:p>
            <a:r>
              <a:rPr lang="en-US" sz="2400" dirty="0"/>
              <a:t>Multi-factor decision system</a:t>
            </a:r>
          </a:p>
        </p:txBody>
      </p:sp>
    </p:spTree>
    <p:extLst>
      <p:ext uri="{BB962C8B-B14F-4D97-AF65-F5344CB8AC3E}">
        <p14:creationId xmlns:p14="http://schemas.microsoft.com/office/powerpoint/2010/main" val="322796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Frontend: React / </a:t>
            </a:r>
            <a:r>
              <a:rPr lang="en-US" dirty="0" err="1" smtClean="0"/>
              <a:t>Streamlit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Backend: Flask</a:t>
            </a:r>
            <a:br>
              <a:rPr lang="en-US" dirty="0" smtClean="0"/>
            </a:br>
            <a:r>
              <a:rPr lang="en-US" dirty="0" smtClean="0"/>
              <a:t>Model: </a:t>
            </a:r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n-US" b="1" dirty="0"/>
              <a:t>Preprocessing:</a:t>
            </a:r>
            <a:r>
              <a:rPr lang="en-US" dirty="0"/>
              <a:t> Pandas, 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r>
              <a:rPr lang="en-US" b="1" dirty="0"/>
              <a:t>Deployment:</a:t>
            </a:r>
            <a:r>
              <a:rPr lang="en-US" dirty="0"/>
              <a:t> Web-based application</a:t>
            </a:r>
            <a:endParaRPr lang="en-US" dirty="0" smtClean="0"/>
          </a:p>
          <a:p>
            <a:r>
              <a:rPr lang="en-US" b="1" dirty="0" smtClean="0"/>
              <a:t>Flow: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User Input → Backend → Model → Prediction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666" y="1117603"/>
            <a:ext cx="5653083" cy="376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&amp; Results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prediction </a:t>
            </a:r>
            <a:r>
              <a:rPr lang="en-US" dirty="0" smtClean="0"/>
              <a:t>system</a:t>
            </a:r>
          </a:p>
          <a:p>
            <a:r>
              <a:rPr lang="en-US" dirty="0"/>
              <a:t>Improved logistics </a:t>
            </a:r>
            <a:r>
              <a:rPr lang="en-US" dirty="0" smtClean="0"/>
              <a:t>decisions</a:t>
            </a:r>
          </a:p>
          <a:p>
            <a:r>
              <a:rPr lang="en-US" dirty="0" smtClean="0"/>
              <a:t>Reduced </a:t>
            </a:r>
            <a:r>
              <a:rPr lang="en-US" dirty="0"/>
              <a:t>delivery </a:t>
            </a:r>
            <a:r>
              <a:rPr lang="en-US" dirty="0" smtClean="0"/>
              <a:t>delays</a:t>
            </a:r>
          </a:p>
          <a:p>
            <a:r>
              <a:rPr lang="en-US" dirty="0"/>
              <a:t>Interactive user interface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572" y="3403449"/>
            <a:ext cx="3820115" cy="33090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62" y="1683926"/>
            <a:ext cx="3578692" cy="28481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Feasibility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Low-cost implementation</a:t>
            </a:r>
            <a:endParaRPr lang="en-US" sz="3200" dirty="0" smtClean="0"/>
          </a:p>
          <a:p>
            <a:r>
              <a:rPr lang="en-US" sz="3200" dirty="0"/>
              <a:t>Uses Python &amp; ML </a:t>
            </a:r>
            <a:r>
              <a:rPr lang="en-US" sz="3200" dirty="0" smtClean="0"/>
              <a:t>libraries</a:t>
            </a:r>
          </a:p>
          <a:p>
            <a:r>
              <a:rPr lang="en-US" sz="3200" dirty="0"/>
              <a:t>Scalable and efficient </a:t>
            </a:r>
            <a:r>
              <a:rPr lang="en-US" sz="3200" dirty="0" smtClean="0"/>
              <a:t>system</a:t>
            </a:r>
          </a:p>
          <a:p>
            <a:r>
              <a:rPr lang="en-US" sz="3200" dirty="0"/>
              <a:t>Supports real-time integration</a:t>
            </a:r>
            <a:endParaRPr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29" y="1802782"/>
            <a:ext cx="10780672" cy="3880773"/>
          </a:xfrm>
        </p:spPr>
        <p:txBody>
          <a:bodyPr>
            <a:noAutofit/>
          </a:bodyPr>
          <a:lstStyle/>
          <a:p>
            <a:r>
              <a:rPr lang="en-US" sz="2400" b="1" dirty="0"/>
              <a:t>ML Model Deployed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XGBoost</a:t>
            </a:r>
            <a:r>
              <a:rPr lang="en-US" sz="2400" dirty="0"/>
              <a:t> with </a:t>
            </a:r>
            <a:r>
              <a:rPr lang="en-US" sz="2400" dirty="0" err="1" smtClean="0"/>
              <a:t>GridSearchCV</a:t>
            </a:r>
            <a:endParaRPr lang="en-US" sz="2400" dirty="0" smtClean="0"/>
          </a:p>
          <a:p>
            <a:endParaRPr lang="en-US" sz="2400" b="1" dirty="0"/>
          </a:p>
          <a:p>
            <a:r>
              <a:rPr lang="en-US" sz="2400" b="1" dirty="0" smtClean="0"/>
              <a:t>Full </a:t>
            </a:r>
            <a:r>
              <a:rPr lang="en-US" sz="2400" b="1" dirty="0"/>
              <a:t>EDA Pipeline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Analyzed 10,000+ records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Interactive </a:t>
            </a:r>
            <a:r>
              <a:rPr lang="en-US" sz="2400" b="1" dirty="0"/>
              <a:t>Web App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Real-time prediction system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End-to-End </a:t>
            </a:r>
            <a:r>
              <a:rPr lang="en-US" sz="2400" b="1" dirty="0"/>
              <a:t>Workflow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Data → Model → Deployment</a:t>
            </a:r>
          </a:p>
        </p:txBody>
      </p:sp>
    </p:spTree>
    <p:extLst>
      <p:ext uri="{BB962C8B-B14F-4D97-AF65-F5344CB8AC3E}">
        <p14:creationId xmlns:p14="http://schemas.microsoft.com/office/powerpoint/2010/main" val="393396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158" y="1741336"/>
            <a:ext cx="9325583" cy="43000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Key </a:t>
            </a:r>
            <a:r>
              <a:rPr lang="en-US" sz="2400" dirty="0" smtClean="0">
                <a:solidFill>
                  <a:schemeClr val="tx1"/>
                </a:solidFill>
              </a:rPr>
              <a:t>Takeaways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ML predicts delivery reliability </a:t>
            </a:r>
            <a:r>
              <a:rPr lang="en-US" sz="2400" dirty="0" smtClean="0"/>
              <a:t>effectively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Top factors: shipment mode, rating, </a:t>
            </a:r>
            <a:r>
              <a:rPr lang="en-US" sz="2400" dirty="0" smtClean="0"/>
              <a:t>importance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Feature engineering improved </a:t>
            </a:r>
            <a:r>
              <a:rPr lang="en-US" sz="2400" dirty="0" smtClean="0"/>
              <a:t>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insights for logistics </a:t>
            </a:r>
            <a:r>
              <a:rPr lang="en-US" sz="2400" dirty="0" smtClean="0"/>
              <a:t>teams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/>
              <a:t>Future </a:t>
            </a:r>
            <a:r>
              <a:rPr lang="en-US" sz="2400" dirty="0" smtClean="0"/>
              <a:t>Scope :</a:t>
            </a:r>
          </a:p>
          <a:p>
            <a:r>
              <a:rPr lang="en-US" sz="2400" dirty="0"/>
              <a:t>Real-time API </a:t>
            </a:r>
            <a:r>
              <a:rPr lang="en-US" sz="2400" dirty="0" smtClean="0"/>
              <a:t>integration</a:t>
            </a:r>
          </a:p>
          <a:p>
            <a:r>
              <a:rPr lang="en-US" sz="2400" dirty="0"/>
              <a:t>Deep learning models (LSTM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Multi-supplier </a:t>
            </a:r>
            <a:r>
              <a:rPr lang="en-US" sz="2400" dirty="0" smtClean="0"/>
              <a:t>analytics</a:t>
            </a:r>
          </a:p>
          <a:p>
            <a:r>
              <a:rPr lang="en-US" sz="2400" dirty="0"/>
              <a:t>ERP/CRM integration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61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9438" y="2557463"/>
            <a:ext cx="4881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Blackadder ITC" panose="04020505051007020D02" pitchFamily="82" charset="0"/>
              </a:rPr>
              <a:t>Thank You</a:t>
            </a:r>
            <a:endParaRPr lang="en-US" sz="9600" dirty="0"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1867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232</TotalTime>
  <Words>264</Words>
  <Application>Microsoft Office PowerPoint</Application>
  <PresentationFormat>Custom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Blackadder ITC</vt:lpstr>
      <vt:lpstr>Trebuchet MS</vt:lpstr>
      <vt:lpstr>Wingdings</vt:lpstr>
      <vt:lpstr>Wingdings 3</vt:lpstr>
      <vt:lpstr>Facet</vt:lpstr>
      <vt:lpstr>  Shipment Sure AI : Predicting On-Time Delivery Using Supplier Data</vt:lpstr>
      <vt:lpstr>Table of Content</vt:lpstr>
      <vt:lpstr>Introduction</vt:lpstr>
      <vt:lpstr>Motivation</vt:lpstr>
      <vt:lpstr>Project Objective</vt:lpstr>
      <vt:lpstr>Dataset Overview</vt:lpstr>
      <vt:lpstr>Exploratory Data Analysis (EDA)</vt:lpstr>
      <vt:lpstr>Model Development</vt:lpstr>
      <vt:lpstr>Prediction Logic</vt:lpstr>
      <vt:lpstr>System Architecture</vt:lpstr>
      <vt:lpstr>Deployment &amp; Results</vt:lpstr>
      <vt:lpstr>Technical Feasibility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ShipmentSure AI Predicting On-Time Delivery Using Supplier Data</dc:title>
  <dc:subject/>
  <dc:creator>Mr. Shivv</dc:creator>
  <cp:keywords/>
  <dc:description>generated using python-pptx</dc:description>
  <cp:lastModifiedBy>USER</cp:lastModifiedBy>
  <cp:revision>18</cp:revision>
  <dcterms:created xsi:type="dcterms:W3CDTF">2013-01-27T09:14:16Z</dcterms:created>
  <dcterms:modified xsi:type="dcterms:W3CDTF">2026-04-06T16:08:57Z</dcterms:modified>
  <cp:category/>
</cp:coreProperties>
</file>